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 Slab Light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Light-regular.fntdata"/><Relationship Id="rId14" Type="http://schemas.openxmlformats.org/officeDocument/2006/relationships/font" Target="fonts/RobotoSlab-bold.fntdata"/><Relationship Id="rId16" Type="http://schemas.openxmlformats.org/officeDocument/2006/relationships/font" Target="fonts/RobotoSlab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0886e687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0886e687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0886e687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0886e687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20886e687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20886e687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20886e687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20886e687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20886e687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20886e687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0886e687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0886e687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Roboto Slab"/>
              <a:buNone/>
              <a:defRPr sz="52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Slab Light"/>
              <a:buNone/>
              <a:defRPr sz="2800"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Python for finance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Lab 2.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MANAGING DATA WITH PANDAS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31309"/>
          <a:stretch/>
        </p:blipFill>
        <p:spPr>
          <a:xfrm>
            <a:off x="1926300" y="1151050"/>
            <a:ext cx="5291401" cy="363472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552750" y="4803950"/>
            <a:ext cx="80385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</a:rPr>
              <a:t>AI generated image using keywords : managing data with pandas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What is Pandas 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60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Pandas stands for “panel data”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Pandas is an open-source data analysis and manipulation tool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Pandas provides two main data structures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Series : one dimensional array, associated with labels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Dataframes : two dimensional tabular data with labeled rows and columns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fr"/>
              <a:t>Useful features of Pandas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Missing data : detection, filling, dropping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Data wrangling : filter, group, merge, pivot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Input/output tools : reading from and to various file formats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Time series support : data range generation, frequency conversion, rolling window calculations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first example : simulating stock prices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00" y="1149600"/>
            <a:ext cx="799200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A first example : simulating stock prices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238" y="1353525"/>
            <a:ext cx="5681525" cy="34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A first example : simulating stock prices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25" y="2159875"/>
            <a:ext cx="8094150" cy="22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A first example : simulating stock prices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125" y="1231725"/>
            <a:ext cx="556173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73763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