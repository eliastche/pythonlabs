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oboto Slab Light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RobotoSlabLight-regular.fntdata"/><Relationship Id="rId16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Slab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46f38c87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46f38c87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46f38c87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46f38c87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46f38c87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46f38c87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lab"/>
              <a:buNone/>
              <a:defRPr sz="520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Slab Light"/>
              <a:buNone/>
              <a:defRPr sz="2800"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b="0" i="0" sz="28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/>
              <a:t>Python for finance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/>
              <a:t>Lab 3.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/>
              <a:t>Web scraping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552750" y="4803950"/>
            <a:ext cx="80385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AI generated image using keywords : </a:t>
            </a:r>
            <a:r>
              <a:rPr lang="fr" sz="1000">
                <a:solidFill>
                  <a:schemeClr val="dk2"/>
                </a:solidFill>
              </a:rPr>
              <a:t>web scraping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4" title="ChatGPT Image Sep 28, 2025, 01_50_4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0925" y="1170125"/>
            <a:ext cx="5222139" cy="3481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/>
              <a:t>HTML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15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Hyper Text Markup Language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Extension of XML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Organized with tags ‘&lt;&gt;’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each tag has a name, for example : &lt;body&gt;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A tag is close with ‘/’, for example : &lt;/body&gt;</a:t>
            </a:r>
            <a:br>
              <a:rPr lang="fr"/>
            </a:br>
            <a:endParaRPr/>
          </a:p>
        </p:txBody>
      </p:sp>
      <p:pic>
        <p:nvPicPr>
          <p:cNvPr id="69" name="Google Shape;69;p15" title="htm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397" y="2856175"/>
            <a:ext cx="8631194" cy="2134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/>
              <a:t>CSS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17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Cascade Style Sheets :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Used to specify the style and presentation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Can be slightly dynamic: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fr"/>
              <a:t>Changing colors upon actions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fr"/>
              <a:t>adapts to size of the screen or window</a:t>
            </a:r>
            <a:endParaRPr/>
          </a:p>
        </p:txBody>
      </p:sp>
      <p:pic>
        <p:nvPicPr>
          <p:cNvPr id="76" name="Google Shape;76;p16" title="css.png"/>
          <p:cNvPicPr preferRelativeResize="0"/>
          <p:nvPr/>
        </p:nvPicPr>
        <p:blipFill rotWithShape="1">
          <a:blip r:embed="rId3">
            <a:alphaModFix/>
          </a:blip>
          <a:srcRect b="45278" l="0" r="0" t="12971"/>
          <a:stretch/>
        </p:blipFill>
        <p:spPr>
          <a:xfrm>
            <a:off x="1672075" y="3087775"/>
            <a:ext cx="5400576" cy="160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/>
              <a:t>Javascript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836172"/>
            <a:ext cx="85206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Programming language for client-side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Reads requests and executes them: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fr"/>
              <a:t>Retrieving the correct HTML code and display it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fr"/>
              <a:t>Ask for some action from user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fr"/>
              <a:t>…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Has nothing to do with Java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fr"/>
              <a:t>Javascript was created by Netscape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fr"/>
              <a:t>Java was created by Sun Microsystems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/>
              <a:t>Web developer tools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 sz="1400"/>
              <a:t>These tools are available on any browser and are very useful for web scraping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 sz="1400"/>
              <a:t> By examining the HTML code and network requests, you can figure out how to fetch data.</a:t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/>
          </a:p>
        </p:txBody>
      </p:sp>
      <p:pic>
        <p:nvPicPr>
          <p:cNvPr id="89" name="Google Shape;89;p18" title="webtoo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50369"/>
            <a:ext cx="8839201" cy="2036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Beautiful soup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28191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Python library for web scraping</a:t>
            </a:r>
            <a:endParaRPr/>
          </a:p>
        </p:txBody>
      </p:sp>
      <p:pic>
        <p:nvPicPr>
          <p:cNvPr id="96" name="Google Shape;96;p19" title="b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70100"/>
            <a:ext cx="3245150" cy="347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Problem : it is hard to know what is legal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Trespass to chattels: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Lack of consent (Terms of service)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Actual harm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fr"/>
              <a:t>Nowadays computers are so powerfull that you could easily take down a server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Intentionality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fr"/>
              <a:t>You wrote the code, it is hard to believe that you didn’t intent 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The computer fraud and abuse act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See the case of Aaron Swartz ‘The internet’s own boy’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Always obtain permission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Respect terms of service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Consider both legal and ethical implications before scraping any data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Solution : use APIs instead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92066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Yahoo Finance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Not official, </a:t>
            </a:r>
            <a:r>
              <a:rPr lang="fr"/>
              <a:t>developed</a:t>
            </a:r>
            <a:r>
              <a:rPr lang="fr"/>
              <a:t> by a single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Easy to handle, enough to just download stocks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Alpha Vantage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Free plan for basic usage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Well-documented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Reliable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073763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