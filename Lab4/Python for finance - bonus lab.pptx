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 Slab"/>
      <p:regular r:id="rId12"/>
      <p:bold r:id="rId13"/>
    </p:embeddedFont>
    <p:embeddedFont>
      <p:font typeface="Roboto Slab Light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Slab-bold.fntdata"/><Relationship Id="rId12" Type="http://schemas.openxmlformats.org/officeDocument/2006/relationships/font" Target="fonts/RobotoSlab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SlabLight-bold.fntdata"/><Relationship Id="rId14" Type="http://schemas.openxmlformats.org/officeDocument/2006/relationships/font" Target="fonts/RobotoSlabLigh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Roboto Slab"/>
              <a:buNone/>
              <a:defRPr sz="5200"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Slab Light"/>
              <a:buNone/>
              <a:defRPr sz="2800"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b="0" i="0" sz="28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scikit-learn.org/1.4/tutorial/index.html" TargetMode="External"/><Relationship Id="rId4" Type="http://schemas.openxmlformats.org/officeDocument/2006/relationships/hyperlink" Target="https://keras.io/exampl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"/>
              <a:t>Python for finance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"/>
              <a:t>Bonus lab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/>
              <a:t>MACHINE LEARNING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552750" y="4803950"/>
            <a:ext cx="80385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fr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AI generated image using keywords : predicting stock prices</a:t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0" l="0" r="0" t="31707"/>
          <a:stretch/>
        </p:blipFill>
        <p:spPr>
          <a:xfrm>
            <a:off x="2046550" y="1186162"/>
            <a:ext cx="5050906" cy="344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/>
              <a:t>Machine learning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fr"/>
              <a:t>Subfield of Artificial Intelligence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Models that learn from data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Data can be labelled (supervised learning) or unlabelled (unsupervised learning)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Models : decision trees, neural networks, support vector machines, …</a:t>
            </a:r>
            <a:br>
              <a:rPr lang="fr"/>
            </a:b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fr"/>
              <a:t>Some applications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Finance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Healthcare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Autonomous vehicles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Natural language processing</a:t>
            </a:r>
            <a:br>
              <a:rPr lang="fr"/>
            </a:b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/>
              <a:t>Supervised Machine learning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/>
              <a:t>The model is trained on pairs of input/output data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</a:pPr>
            <a:r>
              <a:rPr lang="fr"/>
              <a:t>Training :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The model processes inputs and try to guess the correct outputs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An error function measures the difference between the observed and expected outputs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Parameters of the model are adjusted in order to minimize the error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fr"/>
              <a:t>Overfitting issue: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The model specializes too much on the pairs of training examples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Predictions are good on training examples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Predictions are bad when testing on examples not seen during training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fr"/>
              <a:t>→ It is critical to split the dataset into independent training and testing ensembles.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/>
              <a:t>Regression versus classification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685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fr"/>
              <a:t>Regression : predicting a numerical value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Stock prices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Temperatures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House prices </a:t>
            </a:r>
            <a:br>
              <a:rPr lang="fr"/>
            </a:b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fr"/>
              <a:t>Classification : predicting a categorical value (a class, a label)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Tumor detection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Image labelling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Spam detection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/>
              <a:t>Some useful libraries in Python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 sz="1400"/>
              <a:t>scikit-learn (sklearn) : open-source machine learning library in python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Lots of models for supervised learning :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fr"/>
              <a:t>Support vector machines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fr"/>
              <a:t>Random Forests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fr"/>
              <a:t>k-Nearest Neighbors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fr" sz="1400" u="sng">
                <a:solidFill>
                  <a:schemeClr val="hlink"/>
                </a:solidFill>
                <a:hlinkClick r:id="rId3"/>
              </a:rPr>
              <a:t>https://scikit-learn.org/1.4/tutorial/index.html</a:t>
            </a:r>
            <a:endParaRPr sz="14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fr" sz="1400"/>
              <a:t>keras : open-source deep learning library in python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Lots of neural network models :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fr"/>
              <a:t>Convolutional Neural Networks (images)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fr"/>
              <a:t>LSTM (sequential data)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fr"/>
              <a:t>GAN (generative AI)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fr" sz="1400" u="sng">
                <a:solidFill>
                  <a:schemeClr val="hlink"/>
                </a:solidFill>
                <a:hlinkClick r:id="rId4"/>
              </a:rPr>
              <a:t>https://keras.io/examples/</a:t>
            </a:r>
            <a:endParaRPr sz="14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073763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